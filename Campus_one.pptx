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7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510980"/>
            <a:ext cx="5783609" cy="200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0409" y="2262187"/>
            <a:ext cx="229924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83005" y="2262187"/>
            <a:ext cx="2299394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0409" y="3509962"/>
            <a:ext cx="229924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83005" y="3509962"/>
            <a:ext cx="2299394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4" y="4510979"/>
            <a:ext cx="28575" cy="2000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5311" y="5067957"/>
            <a:ext cx="4264158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u="none" dirty="0">
                <a:solidFill>
                  <a:srgbClr val="475569"/>
                </a:solidFill>
                <a:latin typeface="Plus Jakarta Sans"/>
              </a:rPr>
              <a:t>Presented by: </a:t>
            </a:r>
            <a:r>
              <a:rPr lang="en-IN" sz="1400" b="1" i="0" u="none" dirty="0">
                <a:solidFill>
                  <a:srgbClr val="475569"/>
                </a:solidFill>
                <a:latin typeface="Plus Jakarta Sans"/>
              </a:rPr>
              <a:t>   </a:t>
            </a:r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[</a:t>
            </a:r>
            <a:r>
              <a:rPr lang="en-IN" sz="1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IN" sz="1400" b="1" dirty="0">
                <a:solidFill>
                  <a:srgbClr val="1E293B"/>
                </a:solidFill>
                <a:latin typeface="Plus Jakarta Sans"/>
              </a:rPr>
              <a:t>Innovative TRIO</a:t>
            </a:r>
            <a:r>
              <a:rPr sz="1400" b="1" i="0" u="none" dirty="0">
                <a:solidFill>
                  <a:srgbClr val="0F172A"/>
                </a:solidFill>
                <a:latin typeface="Plus Jakarta Sans"/>
              </a:rPr>
              <a:t>]</a:t>
            </a:r>
            <a:r>
              <a:rPr lang="en-IN" sz="1400" b="1" i="0" u="none" dirty="0">
                <a:solidFill>
                  <a:srgbClr val="0F172A"/>
                </a:solidFill>
                <a:latin typeface="Plus Jakarta Sans"/>
              </a:rPr>
              <a:t> </a:t>
            </a:r>
          </a:p>
          <a:p>
            <a:r>
              <a:rPr lang="en-IN" sz="1400" b="1" dirty="0">
                <a:solidFill>
                  <a:srgbClr val="1E293B"/>
                </a:solidFill>
                <a:latin typeface="Plus Jakarta Sans"/>
              </a:rPr>
              <a:t>                                • Aman Kumar </a:t>
            </a:r>
          </a:p>
          <a:p>
            <a:r>
              <a:rPr lang="en-IN" sz="1400" b="1" dirty="0">
                <a:solidFill>
                  <a:srgbClr val="1E293B"/>
                </a:solidFill>
                <a:latin typeface="Plus Jakarta Sans"/>
              </a:rPr>
              <a:t>                                •Aditya Raj</a:t>
            </a:r>
          </a:p>
          <a:p>
            <a:r>
              <a:rPr lang="en-IN" sz="1400" b="1" dirty="0">
                <a:solidFill>
                  <a:srgbClr val="1E293B"/>
                </a:solidFill>
                <a:latin typeface="Plus Jakarta Sans"/>
              </a:rPr>
              <a:t>                                •Md Sameer Parwez</a:t>
            </a:r>
            <a:endParaRPr sz="1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91725" y="6238875"/>
            <a:ext cx="1988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Built for University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4572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49" y="519112"/>
            <a:ext cx="155998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Space Grotesk"/>
              </a:rPr>
              <a:t>CAMPUSONE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652141"/>
            <a:ext cx="72295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STUDENT ACADEMIC WORKSPACE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256" y="2088952"/>
            <a:ext cx="617280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 dirty="0">
                <a:solidFill>
                  <a:srgbClr val="0F172A"/>
                </a:solidFill>
                <a:latin typeface="Plus Jakarta Sans"/>
              </a:rPr>
              <a:t>One Platform.</a:t>
            </a:r>
            <a:r>
              <a:rPr dirty="0"/>
              <a:t>
</a:t>
            </a:r>
            <a:r>
              <a:rPr sz="4200" b="1" i="0" u="none" dirty="0">
                <a:solidFill>
                  <a:srgbClr val="2563EB"/>
                </a:solidFill>
                <a:latin typeface="Plus Jakarta Sans"/>
              </a:rPr>
              <a:t>Everything College.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030" y="3595689"/>
            <a:ext cx="587885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Uniting notes, PYQs, lab manuals, and exam dates in one curated student hub.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709" y="4521034"/>
            <a:ext cx="70032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1" u="none" dirty="0">
                <a:solidFill>
                  <a:srgbClr val="334155"/>
                </a:solidFill>
                <a:latin typeface="Plus Jakarta Sans"/>
              </a:rPr>
              <a:t>“Students don't lack study material. They lack one organized place to find it.”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434" y="2462212"/>
            <a:ext cx="237399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434" y="2786062"/>
            <a:ext cx="24926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Handwritten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434" y="3024187"/>
            <a:ext cx="23739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Unit-wise student uploads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3030" y="2462212"/>
            <a:ext cx="237418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"/>
              </a:rP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3030" y="2786062"/>
            <a:ext cx="249288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Solved PYQs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3030" y="3024187"/>
            <a:ext cx="23741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5-year semester archives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0434" y="3709987"/>
            <a:ext cx="237399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"/>
              </a:rPr>
              <a:t>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434" y="4033837"/>
            <a:ext cx="24926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Lab Manuals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434" y="4271962"/>
            <a:ext cx="237399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Codes and viva prep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3030" y="3709987"/>
            <a:ext cx="237418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"/>
              </a:rPr>
              <a:t>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030" y="4033837"/>
            <a:ext cx="249288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Exam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3030" y="4271962"/>
            <a:ext cx="23741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Schedules and deadlines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AA6DDDF-7DD3-F8D3-2CE4-8501E591B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511" y="320190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91200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5760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7912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7200"/>
            <a:ext cx="1328291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447925"/>
            <a:ext cx="17335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57450" y="2447925"/>
            <a:ext cx="17335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05300" y="2447925"/>
            <a:ext cx="17335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53150" y="2447925"/>
            <a:ext cx="17335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01000" y="2447925"/>
            <a:ext cx="17335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48850" y="2447925"/>
            <a:ext cx="17335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2628900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925" y="2628900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487" y="2628900"/>
            <a:ext cx="2571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0387" y="2628900"/>
            <a:ext cx="2190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3475" y="2628900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2628900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49037" y="6534150"/>
            <a:ext cx="733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02 /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495300"/>
            <a:ext cx="119494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THE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62000"/>
            <a:ext cx="610076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College Learning is Scattered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32171" y="3838575"/>
            <a:ext cx="126563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3A8A"/>
                </a:solidFill>
                <a:latin typeface="Plus Jakarta Sans"/>
              </a:rPr>
              <a:t>“Students spend valuable hours searching for materials instead of studying them.”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32171" y="4162425"/>
            <a:ext cx="12656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B82F6"/>
                </a:solidFill>
                <a:latin typeface="Plus Jakarta Sans"/>
              </a:rPr>
              <a:t>Too many tabs → fragmented resources → last-minute exam panic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934075"/>
            <a:ext cx="44131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lus Jakarta Sans"/>
              </a:rPr>
              <a:t>5+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248400"/>
            <a:ext cx="441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Checked each study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0600" y="5934075"/>
            <a:ext cx="441331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Plus Jakarta Sans"/>
              </a:rPr>
              <a:t>2+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0600" y="6248400"/>
            <a:ext cx="4413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Wasted hunting past papers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1750" y="5934075"/>
            <a:ext cx="414024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6A34A"/>
                </a:solidFill>
                <a:latin typeface="Plus Jakarta Sans"/>
              </a:rPr>
              <a:t>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1750" y="6248400"/>
            <a:ext cx="414024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Rely on topper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33700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875" y="3124200"/>
            <a:ext cx="1905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Buried notice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933700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Google Drive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1725" y="3124200"/>
            <a:ext cx="1905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Unindexed folders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1950" y="2933700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YouTube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9575" y="3124200"/>
            <a:ext cx="1905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Off-syllabus videos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9800" y="2933700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Telegram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7425" y="3124200"/>
            <a:ext cx="1905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Unsorted question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7650" y="2933700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College Portal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5275" y="3124200"/>
            <a:ext cx="1905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Clunky admin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5500" y="2933700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Seniors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3125" y="3124200"/>
            <a:ext cx="19050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Lost after graduation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6EEC4AD-5AFA-4799-8A07-784628C37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511" y="311723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47887"/>
            <a:ext cx="10972800" cy="2057400"/>
          </a:xfrm>
          <a:prstGeom prst="roundRect">
            <a:avLst>
              <a:gd name="adj" fmla="val 555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95787"/>
            <a:ext cx="10972800" cy="733425"/>
          </a:xfrm>
          <a:prstGeom prst="roundRect">
            <a:avLst>
              <a:gd name="adj" fmla="val 103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57200"/>
            <a:ext cx="1531143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119687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395787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395787"/>
            <a:ext cx="38100" cy="733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572875" y="4395787"/>
            <a:ext cx="9525" cy="733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9125" y="2157412"/>
          <a:ext cx="10953749" cy="2038350"/>
        </p:xfrm>
        <a:graphic>
          <a:graphicData uri="http://schemas.openxmlformats.org/drawingml/2006/table">
            <a:tbl>
              <a:tblPr/>
              <a:tblGrid>
                <a:gridCol w="273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Primary Function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The Student Gap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College LMS (Moodle/ERP)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Attendance &amp; official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Hard to navigate, lacks peer notes &amp; PYQs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Google Classroom / Drive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Faculty homework 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Cluttered folders, zero syllabus mapping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YouTube Playlists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General concept tutorials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Rarely follows specific university syllabus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Chat Groups (WhatsApp/Telegram)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Last-minute message exchanges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No search structure; files get buried quickly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62267" y="6543675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03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48400"/>
            <a:ext cx="4917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Not replacing existing tools—uniting them around student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1775" y="6248400"/>
            <a:ext cx="1488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CampusOne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495300"/>
            <a:ext cx="1397793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MARKET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62000"/>
            <a:ext cx="833854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Current Tools Solve Only Isolated Pieces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557712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The Solution Isn’t Another File Drive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795837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Students need a unified workspace connecting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Discovery + Organization + Exam Preparation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6B5D5D-1A09-DE0C-C6D3-D5BEEF682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511" y="311723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95525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7200"/>
            <a:ext cx="1226939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92417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6137" y="292417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62675" y="292417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39212" y="292417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401002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6137" y="401002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62675" y="401002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39212" y="4010025"/>
            <a:ext cx="2643187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24325" y="2419350"/>
            <a:ext cx="647700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9675" y="2419350"/>
            <a:ext cx="628650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95975" y="2419350"/>
            <a:ext cx="771525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15150" y="2419350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275" y="2486025"/>
            <a:ext cx="57150" cy="95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575" y="2486025"/>
            <a:ext cx="57150" cy="95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0" y="2486025"/>
            <a:ext cx="57150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105150"/>
            <a:ext cx="1905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062" y="3105150"/>
            <a:ext cx="1905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105150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137" y="3105150"/>
            <a:ext cx="21907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191000"/>
            <a:ext cx="15240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8062" y="4191000"/>
            <a:ext cx="219075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4191000"/>
            <a:ext cx="219075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1137" y="4191000"/>
            <a:ext cx="171450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96675" y="6553200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04 / 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229350"/>
            <a:ext cx="4667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“Stop searching across 6 tabs. Start studying in one click.”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2175" y="6238875"/>
            <a:ext cx="2250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Structured for Semester Exams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900" y="495300"/>
            <a:ext cx="1093589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THE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762000"/>
            <a:ext cx="3787973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Meet CampusOne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2457450"/>
            <a:ext cx="1114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DIRECT PATH: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9875" y="2462212"/>
            <a:ext cx="1238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Plus Jakarta Sans"/>
              </a:rPr>
              <a:t>✓ 1-Click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9575" y="2457450"/>
            <a:ext cx="552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College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4925" y="2457450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Branch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1225" y="2457450"/>
            <a:ext cx="676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Plus Jakarta Sans"/>
              </a:rPr>
              <a:t>Semester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9450" y="2457450"/>
            <a:ext cx="895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Subject Desk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" y="335280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Notes &amp; PDFs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525" y="357187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Unit-wise student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8062" y="335280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Solved PYQs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8062" y="357187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5-year question archives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600" y="335280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Curated Videos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4600" y="357187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Topic-mapped lectures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01137" y="335280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Lab Manuals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1137" y="357187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Tested code and viva prep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" y="443865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Exam Calendar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525" y="465772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Midterm schedules &amp; alerts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48062" y="443865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Official Links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48062" y="465772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One-click portal shortcuts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4600" y="443865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Senior Tips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4600" y="465772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Handed down exam advice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1137" y="4438650"/>
            <a:ext cx="30441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Syllabus Tracker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01137" y="4657725"/>
            <a:ext cx="28991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Unit revision checklists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5D26869-8B89-5699-76B2-DF15F4EDDF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8978" y="311723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95700"/>
            <a:ext cx="10972800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2925" y="701146"/>
            <a:ext cx="1559718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09600" y="2352675"/>
            <a:ext cx="355595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17950" y="2352675"/>
            <a:ext cx="355595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26300" y="2352675"/>
            <a:ext cx="3556099" cy="1152525"/>
          </a:xfrm>
          <a:prstGeom prst="roundRect">
            <a:avLst>
              <a:gd name="adj" fmla="val 991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35100" y="255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451" y="255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51950" y="255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67950" y="3895725"/>
            <a:ext cx="1114425" cy="180975"/>
          </a:xfrm>
          <a:prstGeom prst="roundRect">
            <a:avLst>
              <a:gd name="adj" fmla="val 2105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625" y="4191000"/>
            <a:ext cx="2557462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81387" y="4191000"/>
            <a:ext cx="2557462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53150" y="4191000"/>
            <a:ext cx="2557462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24912" y="4191000"/>
            <a:ext cx="2557462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01437" y="6534150"/>
            <a:ext cx="733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05 / 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48400"/>
            <a:ext cx="4941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Every resource is mapped to university course codes (e.g., CS-501).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9375" y="6248400"/>
            <a:ext cx="1678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Organized for Revision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40833"/>
            <a:ext cx="1426368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SIMPLE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015471"/>
            <a:ext cx="528816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From Scatter to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2225" y="255270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515" y="2933700"/>
            <a:ext cx="414211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Select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" y="3152775"/>
            <a:ext cx="3944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Choose College, Branch, and Semester once.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0576" y="255270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4865" y="2933700"/>
            <a:ext cx="414211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Select Subject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3487" y="3152775"/>
            <a:ext cx="3944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All 5 syllabus units neatly separated.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075" y="255270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3193" y="2933700"/>
            <a:ext cx="414231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3A8A"/>
                </a:solidFill>
                <a:latin typeface="Plus Jakarta Sans"/>
              </a:rPr>
              <a:t>Instant Prep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1819" y="3152775"/>
            <a:ext cx="394506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1E40AF"/>
                </a:solidFill>
                <a:latin typeface="Plus Jakarta Sans"/>
              </a:rPr>
              <a:t>Notes, solved papers, and videos ready in 1 click.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3910012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LIVE EXAMPLE: DBMS → UNIT 3 → NORMALIZATION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4150" y="3914775"/>
            <a:ext cx="1057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Plus Jakarta Sans"/>
              </a:rPr>
              <a:t>Syllabus-Aligned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50" y="4314825"/>
            <a:ext cx="28872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📑 Verified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450" y="4476750"/>
            <a:ext cx="288726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Topper handwritten copy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5212" y="4314825"/>
            <a:ext cx="28872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🎯 Solved PYQs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5212" y="4476750"/>
            <a:ext cx="288726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Questions on 2NF, 3NF, BCNF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6975" y="4314825"/>
            <a:ext cx="28872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🎥 Video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6975" y="4476750"/>
            <a:ext cx="288726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15-min decomposition clip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8737" y="4314825"/>
            <a:ext cx="28872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💡 Senior Advice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8737" y="4476750"/>
            <a:ext cx="2887265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Common exam numeric types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B9480BD-8F36-1F87-72FD-B8776350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511" y="311723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52687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7200"/>
            <a:ext cx="1426368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947987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452687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452687"/>
            <a:ext cx="38100" cy="504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72875" y="2452687"/>
            <a:ext cx="9525" cy="504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3148012"/>
            <a:ext cx="210309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26990" y="3148012"/>
            <a:ext cx="210309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44380" y="3148012"/>
            <a:ext cx="210309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61770" y="3148012"/>
            <a:ext cx="210309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79160" y="3148012"/>
            <a:ext cx="2103239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9600" y="4424362"/>
            <a:ext cx="5419725" cy="400050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62675" y="4424362"/>
            <a:ext cx="5419725" cy="40005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309937"/>
            <a:ext cx="171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865" y="3309937"/>
            <a:ext cx="2190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255" y="3309937"/>
            <a:ext cx="2381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645" y="3309937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2035" y="3309937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96675" y="6468004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06 / 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248400"/>
            <a:ext cx="30837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Focused on student academic outcomes.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0" y="6248400"/>
            <a:ext cx="1104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Distinct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95300"/>
            <a:ext cx="1293018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DIFFERENTIATION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762000"/>
            <a:ext cx="390048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Why CampusOne?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95562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“We don't replace the LMS. We connect everything around it.”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" y="3576637"/>
            <a:ext cx="238525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Student-Centric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" y="3786187"/>
            <a:ext cx="19125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Designed for exam preparation routines.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9865" y="3576637"/>
            <a:ext cx="238525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Course-Specific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9865" y="3786187"/>
            <a:ext cx="19125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Directly matches university syllabus.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7255" y="3576637"/>
            <a:ext cx="238525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Senior Wisdom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7255" y="3786187"/>
            <a:ext cx="22716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Passes down topper notes yearly.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4645" y="3576637"/>
            <a:ext cx="238525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Fast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4645" y="3786187"/>
            <a:ext cx="19125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Filter by topic and year in seconds.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2035" y="3576637"/>
            <a:ext cx="238545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One Screen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2035" y="3786187"/>
            <a:ext cx="227186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All notes, dates, and links unified.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575" y="4548187"/>
            <a:ext cx="1452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Traditional Routine: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0425" y="4548187"/>
            <a:ext cx="3059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6 apps → 2 hrs search → Last-minute panic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3650" y="4548187"/>
            <a:ext cx="1409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CampusOne Flow: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5825" y="4548187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Plus Jakarta Sans"/>
              </a:rPr>
              <a:t>One workspace → Instant discovery → Fast prep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EB7313E-73C3-30C8-6657-38A0A310E1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511" y="311723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00287"/>
            <a:ext cx="537210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00287"/>
            <a:ext cx="5372100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676900"/>
            <a:ext cx="1905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76550" y="5776912"/>
            <a:ext cx="1905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43500" y="5776912"/>
            <a:ext cx="1905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10450" y="5676900"/>
            <a:ext cx="1905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77400" y="5676900"/>
            <a:ext cx="1905000" cy="723900"/>
          </a:xfrm>
          <a:prstGeom prst="roundRect">
            <a:avLst>
              <a:gd name="adj" fmla="val 10526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300287"/>
            <a:ext cx="57150" cy="24574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71550" y="3929062"/>
            <a:ext cx="470535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300287"/>
            <a:ext cx="57150" cy="24574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72250" y="3719512"/>
            <a:ext cx="4705350" cy="733425"/>
          </a:xfrm>
          <a:prstGeom prst="roundRect">
            <a:avLst>
              <a:gd name="adj" fmla="val 10389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5962650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596265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5962650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5962650"/>
            <a:ext cx="13335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 Different Question for Higher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1620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Rethinking how academic knowledge is shared and organized across semesters.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1396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Plus Jakarta Sans"/>
              </a:rPr>
              <a:t>THE CORE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881" y="5838825"/>
            <a:ext cx="19764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Current Batch Uploads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0831" y="5938837"/>
            <a:ext cx="197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Central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7781" y="5938837"/>
            <a:ext cx="197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Syllabus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4731" y="5838825"/>
            <a:ext cx="19764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Plus Jakarta Sans"/>
              </a:rPr>
              <a:t>Incoming Batch Learns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1681" y="5838825"/>
            <a:ext cx="19764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730A3"/>
                </a:solidFill>
                <a:latin typeface="Plus Jakarta Sans"/>
              </a:rPr>
              <a:t>Campus Knowledge Flywheel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" y="2605087"/>
            <a:ext cx="617577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75569"/>
                </a:solidFill>
                <a:latin typeface="Space Grotesk"/>
              </a:rPr>
              <a:t>Traditional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3014662"/>
            <a:ext cx="4800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“How do we dump files into folders and expect students to dig through them?”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881" y="4081462"/>
            <a:ext cx="5500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34155"/>
                </a:solidFill>
                <a:latin typeface="Plus Jakarta Sans"/>
              </a:rPr>
              <a:t>File → Cluttered Drive → Buried Link → Forgotten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2605087"/>
            <a:ext cx="56197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CampusOne’s 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3014662"/>
            <a:ext cx="4800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“What if every student note, PYQ, and tutorial was automatically mapped directly to the syllabus?”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4581" y="3871912"/>
            <a:ext cx="55006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730A3"/>
                </a:solidFill>
                <a:latin typeface="Plus Jakarta Sans"/>
              </a:rPr>
              <a:t>Syllabus Unit → Verified Notes → 1-Click Study → Permanent Memory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F9DA180-1C58-50B4-9087-3ABFCE036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511" y="311723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7200"/>
            <a:ext cx="1410741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171700"/>
            <a:ext cx="2628900" cy="901600"/>
          </a:xfrm>
          <a:prstGeom prst="roundRect">
            <a:avLst>
              <a:gd name="adj" fmla="val 12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52800" y="2171700"/>
            <a:ext cx="2628900" cy="901600"/>
          </a:xfrm>
          <a:prstGeom prst="roundRect">
            <a:avLst>
              <a:gd name="adj" fmla="val 12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187600"/>
            <a:ext cx="2628900" cy="901749"/>
          </a:xfrm>
          <a:prstGeom prst="roundRect">
            <a:avLst>
              <a:gd name="adj" fmla="val 126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52800" y="3187600"/>
            <a:ext cx="2628900" cy="901749"/>
          </a:xfrm>
          <a:prstGeom prst="roundRect">
            <a:avLst>
              <a:gd name="adj" fmla="val 126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4203650"/>
            <a:ext cx="5372100" cy="901749"/>
          </a:xfrm>
          <a:prstGeom prst="roundRect">
            <a:avLst>
              <a:gd name="adj" fmla="val 126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0300" y="2171700"/>
            <a:ext cx="5372100" cy="2219325"/>
          </a:xfrm>
          <a:prstGeom prst="roundRect">
            <a:avLst>
              <a:gd name="adj" fmla="val 51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0300" y="4505325"/>
            <a:ext cx="5372100" cy="600075"/>
          </a:xfrm>
          <a:prstGeom prst="roundRect">
            <a:avLst>
              <a:gd name="adj" fmla="val 15873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91275" y="2590800"/>
            <a:ext cx="501015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91275" y="3181350"/>
            <a:ext cx="501015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91275" y="3771900"/>
            <a:ext cx="2466975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34450" y="3771900"/>
            <a:ext cx="2466975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63350" y="6562725"/>
            <a:ext cx="733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07 /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48400"/>
            <a:ext cx="4893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Seeded directly from class toppers and open department archives.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4175" y="6248400"/>
            <a:ext cx="13239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Live Demo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495300"/>
            <a:ext cx="127739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62000"/>
            <a:ext cx="6338292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Built to Be Practical &amp; Scalable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2314575"/>
            <a:ext cx="2928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Plus Jakarta Sans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2457450"/>
            <a:ext cx="30753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React.js + Tailwind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2657475"/>
            <a:ext cx="2928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Fast and responsive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5675" y="2314575"/>
            <a:ext cx="2928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Plus Jakarta San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5675" y="2457450"/>
            <a:ext cx="30753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Node.js / Express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5675" y="2657475"/>
            <a:ext cx="2928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REST APIs for rapid responses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3330475"/>
            <a:ext cx="2928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Plus Jakarta Sans"/>
              </a:rP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" y="3473350"/>
            <a:ext cx="30753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MongoDB Atlas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" y="3673375"/>
            <a:ext cx="2928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Plus Jakarta Sans"/>
              </a:rPr>
              <a:t>Structured subject archives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5675" y="3330475"/>
            <a:ext cx="2928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Plus Jakarta Sans"/>
              </a:rPr>
              <a:t>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5675" y="3473350"/>
            <a:ext cx="307538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Cloud Storage / CDN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5675" y="3673375"/>
            <a:ext cx="2928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Fast PDF note previews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475" y="4346525"/>
            <a:ext cx="6357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475569"/>
                </a:solidFill>
                <a:latin typeface="Plus Jakarta Sans"/>
              </a:rPr>
              <a:t>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" y="4489400"/>
            <a:ext cx="66758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Vercel + Render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4689425"/>
            <a:ext cx="6357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Continuous deployment with zero hosting overhead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275" y="2352675"/>
            <a:ext cx="58007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3175" y="4648200"/>
            <a:ext cx="5838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65F46"/>
                </a:solidFill>
                <a:latin typeface="Plus Jakarta Sans"/>
              </a:rPr>
              <a:t>🚀 Working Hackathon MVP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3175" y="4819650"/>
            <a:ext cx="58388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47857"/>
                </a:solidFill>
                <a:latin typeface="Plus Jakarta Sans"/>
              </a:rPr>
              <a:t>Student Login → Branch/Semester Picker → Working DBMS notes &amp; PYQs ready for live demo.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5006" y="2990850"/>
            <a:ext cx="626268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0F172A"/>
                </a:solidFill>
                <a:latin typeface="Plus Jakarta Sans"/>
              </a:rPr>
              <a:t>↓ REST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5006" y="3581400"/>
            <a:ext cx="626268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0F172A"/>
                </a:solidFill>
                <a:latin typeface="Plus Jakarta Sans"/>
              </a:rPr>
              <a:t>↓ Queries &amp; Assets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5100" y="2676525"/>
            <a:ext cx="1654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Client:</a:t>
            </a:r>
            <a:r>
              <a:rPr sz="975" b="0" i="0" u="none">
                <a:solidFill>
                  <a:srgbClr val="0F172A"/>
                </a:solidFill>
                <a:latin typeface="Plus Jakarta Sans"/>
              </a:rPr>
              <a:t> React Web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5650" y="2676525"/>
            <a:ext cx="647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Vercel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5100" y="3267075"/>
            <a:ext cx="1571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Server:</a:t>
            </a:r>
            <a:r>
              <a:rPr sz="975" b="0" i="0" u="none">
                <a:solidFill>
                  <a:srgbClr val="0F172A"/>
                </a:solidFill>
                <a:latin typeface="Plus Jakarta Sans"/>
              </a:rPr>
              <a:t> Express.js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58500" y="3267075"/>
            <a:ext cx="7048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0053" y="3829050"/>
            <a:ext cx="296941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MongoDB</a:t>
            </a:r>
            <a:r>
              <a:t>
</a:t>
            </a:r>
            <a:r>
              <a:rPr sz="825" b="1" i="0" u="none">
                <a:solidFill>
                  <a:srgbClr val="64748B"/>
                </a:solidFill>
                <a:latin typeface="Plus Jakarta Sans"/>
              </a:rPr>
              <a:t>Courses &amp; PYQs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3228" y="3829050"/>
            <a:ext cx="296941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Cloud Files</a:t>
            </a:r>
            <a:r>
              <a:t>
</a:t>
            </a:r>
            <a:r>
              <a:rPr sz="825" b="1" i="0" u="none">
                <a:solidFill>
                  <a:srgbClr val="64748B"/>
                </a:solidFill>
                <a:latin typeface="Plus Jakarta Sans"/>
              </a:rPr>
              <a:t>PDF Notes &amp; Papers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0BD2D3B-A15F-0D8D-7411-C84E59211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511" y="303256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95975"/>
            <a:ext cx="10972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95512"/>
            <a:ext cx="6064597" cy="2676525"/>
          </a:xfrm>
          <a:prstGeom prst="roundRect">
            <a:avLst>
              <a:gd name="adj" fmla="val 49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89597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7200"/>
            <a:ext cx="1271141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78997" y="2595562"/>
            <a:ext cx="4603402" cy="904875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8675" y="2671762"/>
            <a:ext cx="5626447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8675" y="3367087"/>
            <a:ext cx="5626447" cy="590550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8675" y="4291012"/>
            <a:ext cx="5626447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311" y="3148012"/>
            <a:ext cx="85725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374" y="4071937"/>
            <a:ext cx="85725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15687" y="6542617"/>
            <a:ext cx="733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F172A"/>
                </a:solidFill>
                <a:latin typeface="Space Grotesk"/>
              </a:rPr>
              <a:t>08 /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95300"/>
            <a:ext cx="113779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FUTURE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62000"/>
            <a:ext cx="8251031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The Academic Memory of Every 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2414587"/>
            <a:ext cx="703305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THE YEAR-OVER-YEAR CAMPUS FLYWHEEL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038850"/>
            <a:ext cx="241280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CAMPUSONE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57925"/>
            <a:ext cx="22979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One Platform. Everything College.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369" y="3128962"/>
            <a:ext cx="7033059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2563EB"/>
                </a:solidFill>
                <a:latin typeface="Plus Jakarta Sans"/>
              </a:rPr>
              <a:t>Preserved &amp; Organized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369" y="4052887"/>
            <a:ext cx="7033059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2563EB"/>
                </a:solidFill>
                <a:latin typeface="Plus Jakarta Sans"/>
              </a:rPr>
              <a:t>Immediate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0922" y="2757487"/>
            <a:ext cx="505107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FUTURE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8997" y="3671887"/>
            <a:ext cx="493358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800" b="1" i="0" u="none">
                <a:solidFill>
                  <a:srgbClr val="0F172A"/>
                </a:solidFill>
                <a:latin typeface="Plus Jakarta Sans"/>
              </a:rPr>
              <a:t>“From scattered resources to one structured academic ecosystem.”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8997" y="4300537"/>
            <a:ext cx="521300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Built by students, for students.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2776537"/>
            <a:ext cx="13049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🎓 Current 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2947" y="2776537"/>
            <a:ext cx="2524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Uploads verified notes &amp; solved PYQs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069" y="3490912"/>
            <a:ext cx="695965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3A8A"/>
                </a:solidFill>
                <a:latin typeface="Plus Jakarta Sans"/>
              </a:rPr>
              <a:t>CAMPUSONE CENTRAL REPOSITORY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775" y="3690937"/>
            <a:ext cx="662824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B82F6"/>
                </a:solidFill>
                <a:latin typeface="Plus Jakarta Sans"/>
              </a:rPr>
              <a:t>Institutional knowledge preserved permanently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" y="4395787"/>
            <a:ext cx="1409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🚀 Incoming 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3372" y="4395787"/>
            <a:ext cx="3036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Learns from organized topper resources 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0922" y="2976562"/>
            <a:ext cx="262700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✔ Faculty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8724" y="2976562"/>
            <a:ext cx="262718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✔ Mobile App (React Native)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0922" y="3195637"/>
            <a:ext cx="262700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✔ Placement Archive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8724" y="3195637"/>
            <a:ext cx="262718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34155"/>
                </a:solidFill>
                <a:latin typeface="Plus Jakarta Sans"/>
              </a:rPr>
              <a:t>✔ Peer Discussion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F92AAE8-C999-8DE3-CCC6-EF607F967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8978" y="311723"/>
            <a:ext cx="2146699" cy="5652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3AB423-78D2-8F7E-DA3B-8CF09EA38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683" y="870084"/>
            <a:ext cx="5047870" cy="381426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50F66-4981-4BB6-4EFA-A3B36E51E303}"/>
              </a:ext>
            </a:extLst>
          </p:cNvPr>
          <p:cNvSpPr txBox="1"/>
          <p:nvPr/>
        </p:nvSpPr>
        <p:spPr>
          <a:xfrm>
            <a:off x="4340681" y="5242303"/>
            <a:ext cx="2890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64748B"/>
                </a:solidFill>
                <a:latin typeface="Plus Jakarta Sans"/>
              </a:rPr>
              <a:t>Questions &amp; Demo Welcome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747BA-FCCA-2835-EDFA-E20D0B300F38}"/>
              </a:ext>
            </a:extLst>
          </p:cNvPr>
          <p:cNvSpPr txBox="1"/>
          <p:nvPr/>
        </p:nvSpPr>
        <p:spPr>
          <a:xfrm>
            <a:off x="267467" y="6131352"/>
            <a:ext cx="3271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475569"/>
                </a:solidFill>
                <a:latin typeface="Plus Jakarta Sans"/>
              </a:rPr>
              <a:t>Presented by: </a:t>
            </a:r>
            <a:r>
              <a:rPr lang="en-IN" b="1" dirty="0">
                <a:solidFill>
                  <a:srgbClr val="0F172A"/>
                </a:solidFill>
                <a:latin typeface="Plus Jakarta Sans"/>
              </a:rPr>
              <a:t>[</a:t>
            </a:r>
            <a:r>
              <a:rPr lang="en-IN" b="1" dirty="0">
                <a:solidFill>
                  <a:srgbClr val="1E293B"/>
                </a:solidFill>
                <a:latin typeface="Plus Jakarta Sans"/>
              </a:rPr>
              <a:t>Innovative TRIO</a:t>
            </a:r>
            <a:r>
              <a:rPr lang="en-IN" b="1" dirty="0">
                <a:solidFill>
                  <a:srgbClr val="0F172A"/>
                </a:solidFill>
                <a:latin typeface="Plus Jakarta Sans"/>
              </a:rPr>
              <a:t>]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3C87C7-0EE2-F0EF-AA29-D22845586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096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17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873</Words>
  <Application>Microsoft Office PowerPoint</Application>
  <PresentationFormat>Widescreen</PresentationFormat>
  <Paragraphs>207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KUMAR</cp:lastModifiedBy>
  <cp:revision>3</cp:revision>
  <dcterms:created xsi:type="dcterms:W3CDTF">2013-01-27T09:14:16Z</dcterms:created>
  <dcterms:modified xsi:type="dcterms:W3CDTF">2026-10-07T06:49:41Z</dcterms:modified>
  <cp:category/>
</cp:coreProperties>
</file>